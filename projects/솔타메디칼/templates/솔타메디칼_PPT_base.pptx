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54" r:id="rId2"/>
    <p:sldId id="28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1" userDrawn="1">
          <p15:clr>
            <a:srgbClr val="A4A3A4"/>
          </p15:clr>
        </p15:guide>
        <p15:guide id="3" orient="horz" pos="913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6ECC"/>
    <a:srgbClr val="009DDD"/>
    <a:srgbClr val="0072BC"/>
    <a:srgbClr val="DE463D"/>
    <a:srgbClr val="FFD401"/>
    <a:srgbClr val="2772BD"/>
    <a:srgbClr val="BFBFB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 autoAdjust="0"/>
    <p:restoredTop sz="95090" autoAdjust="0"/>
  </p:normalViewPr>
  <p:slideViewPr>
    <p:cSldViewPr snapToGrid="0" showGuides="1">
      <p:cViewPr varScale="1">
        <p:scale>
          <a:sx n="115" d="100"/>
          <a:sy n="115" d="100"/>
        </p:scale>
        <p:origin x="576" y="192"/>
      </p:cViewPr>
      <p:guideLst>
        <p:guide pos="211"/>
        <p:guide orient="horz" pos="913"/>
        <p:guide pos="7469"/>
        <p:guide orient="horz" pos="39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6B753-053D-5449-9810-F50E561B6C5D}" type="datetimeFigureOut">
              <a:rPr kumimoji="1" lang="ko-KR" altLang="en-US" smtClean="0"/>
              <a:t>2026. 9. 23.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8BCD-17F2-DB41-BDB0-79A8E18BD7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32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6b420ab46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6b420ab460_0_116:notes"/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9"/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673"/>
          <a:stretch/>
        </p:blipFill>
        <p:spPr>
          <a:xfrm>
            <a:off x="10716123" y="5634948"/>
            <a:ext cx="1476000" cy="12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9"/>
          <p:cNvSpPr txBox="1"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6" name="Google Shape;686;p69"/>
          <p:cNvSpPr txBox="1"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pic>
        <p:nvPicPr>
          <p:cNvPr id="687" name="Google Shape;687;p69" descr="pasted-image.pdf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6078" y="580990"/>
            <a:ext cx="525274" cy="3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9"/>
          <p:cNvSpPr txBox="1"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  <p:pic>
        <p:nvPicPr>
          <p:cNvPr id="690" name="Google Shape;690;p6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324" y="6246884"/>
            <a:ext cx="223446" cy="223388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9"/>
          <p:cNvSpPr txBox="1"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pic>
        <p:nvPicPr>
          <p:cNvPr id="2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E91A1019-1299-4438-347B-FF8B1966D38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66947" y="580990"/>
            <a:ext cx="939823" cy="268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13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/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Avant Garde Demi SFDC"/>
              <a:buNone/>
            </a:pPr>
            <a:r>
              <a:rPr lang="en" sz="75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Avant Garde Demi SFDC"/>
                <a:sym typeface="Avant Garde Demi SFDC"/>
              </a:rPr>
              <a:t>Thank you</a:t>
            </a:r>
            <a:endParaRPr sz="7500">
              <a:solidFill>
                <a:schemeClr val="accent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Avant Garde Demi SFDC"/>
              <a:sym typeface="Avant Garde Demi SFDC"/>
            </a:endParaRPr>
          </a:p>
        </p:txBody>
      </p:sp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CA99D3F4-A9E9-6647-9687-B3F9E161E921}" type="datetimeFigureOut">
              <a:rPr kumimoji="1" lang="ko-KR" altLang="en-US" smtClean="0"/>
              <a:pPr/>
              <a:t>2026. 9. 23.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DC2E8705-8B15-1B46-BC9F-F7E0854FBA0C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15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5000"/>
              </a:lnSpc>
            </a:pPr>
            <a:r>
              <a:rPr lang="ko-KR" altLang="en-US" sz="1600" b="1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Solta Medical Korea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[보고서 제목]</a:t>
            </a:r>
          </a:p>
          <a:p>
            <a:pPr algn="l">
              <a:lnSpc>
                <a:spcPct val="105000"/>
              </a:lnSpc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3794760"/>
            <a:ext cx="1097279" cy="0"/>
          </a:xfrm>
          <a:prstGeom prst="line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1400" b="0">
                <a:solidFill>
                  <a:srgbClr val="404040"/>
                </a:solidFill>
                <a:latin typeface="Noto Sans KR"/>
                <a:ea typeface="Noto Sans KR"/>
                <a:cs typeface="Noto Sans KR"/>
              </a:rPr>
              <a:t>[YYYY.MM.DD]</a:t>
            </a:r>
          </a:p>
          <a:p>
            <a:pPr algn="l">
              <a:lnSpc>
                <a:spcPct val="105000"/>
              </a:lnSpc>
            </a:pPr>
            <a:r>
              <a:rPr lang="ko-KR" altLang="en-US" sz="120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MILVUS Co., Ltd.  CRM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5818</TotalTime>
  <Words>1057</Words>
  <Application>Microsoft Macintosh PowerPoint</Application>
  <PresentationFormat>와이드스크린</PresentationFormat>
  <Paragraphs>196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Avant Garde Demi SFDC</vt:lpstr>
      <vt:lpstr>Noto Sans KR</vt:lpstr>
      <vt:lpstr>Salesforce Sans</vt:lpstr>
      <vt:lpstr>Arial</vt:lpstr>
      <vt:lpstr>Poppins</vt:lpstr>
      <vt:lpstr>Poppins SemiBold</vt:lpstr>
      <vt:lpstr>Office 테마</vt:lpstr>
      <vt:lpstr>PowerPoint 프레젠테이션</vt:lpstr>
      <vt:lpstr>Contents</vt:lpstr>
      <vt:lpstr>프로젝트 개요</vt:lpstr>
      <vt:lpstr>프로젝트 범위</vt:lpstr>
      <vt:lpstr>프로젝트 추진 체계</vt:lpstr>
      <vt:lpstr>프로젝트 일정</vt:lpstr>
      <vt:lpstr>프로젝트 수행 조직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MILVUS MCI 관련 보유역량 및 Reference</dc:title>
  <dc:creator>KANG henry</dc:creator>
  <cp:lastModifiedBy>crm5 crm5</cp:lastModifiedBy>
  <cp:revision>240</cp:revision>
  <dcterms:created xsi:type="dcterms:W3CDTF">2024-03-13T12:32:44Z</dcterms:created>
  <dcterms:modified xsi:type="dcterms:W3CDTF">2026-09-23T03:49:35Z</dcterms:modified>
</cp:coreProperties>
</file>