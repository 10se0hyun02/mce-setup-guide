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1A6DCEB-908B-8A08-F3C3-9ECAACAEEB44}">
          <p14:sldIdLst>
            <p14:sldId id="256"/>
          </p14:sldIdLst>
        </p14:section>
        <p14:section name="Summary" id="{441A0803-1E12-55BC-9B89-5E9206798BE2}">
          <p14:sldIdLst>
            <p14:sldId id="257"/>
          </p14:sldIdLst>
        </p14:section>
        <p14:section name="인터뷰 개요" id="{F5BC1E38-5724-45A1-1371-76C8DA2AEED3}">
          <p14:sldIdLst>
            <p14:sldId id="258"/>
          </p14:sldIdLst>
        </p14:section>
        <p14:section name="인터뷰 결과" id="{97547A37-1D51-FB19-C977-1CAF40CE489C}">
          <p14:sldIdLst>
            <p14:sldId id="259"/>
            <p14:sldId id="260"/>
            <p14:sldId id="261"/>
          </p14:sldIdLst>
        </p14:section>
        <p14:section name="방향성" id="{8ED7684C-5495-BAEE-6514-A4432764AC60}">
          <p14:sldIdLst>
            <p14:sldId id="263"/>
            <p14:sldId id="265"/>
          </p14:sldIdLst>
        </p14:section>
        <p14:section name="다음 단계" id="{801F708C-025D-0BB3-03EA-43350D4922A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theme" Target="theme/theme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3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1500" dirty="0">
                <a:solidFill>
                  <a:schemeClr val="accent5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 latinLnBrk="0">
              <a:buNone/>
            </a:pPr>
            <a:r>
              <a:rPr lang="ko-KR" altLang="en-US" sz="1000" dirty="0">
                <a:solidFill>
                  <a:srgbClr val="5B6B82"/>
                </a:solidFill>
              </a:rPr>
              <a:t>솔타메디칼 코리아 · 현업 인터뷰 결과 보고 · 밀버스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 eaLnBrk="0" latin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현업 인터뷰 결과 보고 및</a:t>
            </a:r>
            <a:endParaRPr lang="ko-KR" altLang="en-US" sz="4000" dirty="0"/>
          </a:p>
          <a:p>
            <a:pPr marL="0" indent="0" algn="l" eaLnBrk="0" latin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프로젝트 방향성</a:t>
            </a:r>
            <a:endParaRPr lang="ko-KR" alt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eaLnBrk="0" latinLnBrk="0">
              <a:buNone/>
            </a:pPr>
            <a:r>
              <a:rPr lang="ko-KR" altLang="en-US" sz="1800" dirty="0">
                <a:solidFill>
                  <a:schemeClr val="accent6"/>
                </a:solidFill>
              </a:rPr>
              <a:t>Solta Medical Korea · Salesforce Marketing Campaign Design</a:t>
            </a:r>
            <a:endParaRPr lang="ko-KR" altLang="en-US" sz="1800" dirty="0"/>
          </a:p>
          <a:p>
            <a:pPr marL="0" indent="0" algn="l" eaLnBrk="0" latinLnBrk="0">
              <a:buNone/>
            </a:pPr>
            <a:r>
              <a:rPr lang="ko-KR" altLang="en-US" sz="1800" dirty="0">
                <a:solidFill>
                  <a:schemeClr val="accent6"/>
                </a:solidFill>
              </a:rPr>
              <a:t>2026.10 · 밀버스 · V0.1 (초안)</a:t>
            </a:r>
            <a:endParaRPr lang="ko-KR" alt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ta Interview">
  <a:themeElements>
    <a:clrScheme name="Solta Interview">
      <a:dk1>
        <a:srgbClr val="1F2937"/>
      </a:dk1>
      <a:lt1>
        <a:srgbClr val="FFFFFF"/>
      </a:lt1>
      <a:dk2>
        <a:srgbClr val="1B2A4A"/>
      </a:dk2>
      <a:lt2>
        <a:srgbClr val="F3F5F8"/>
      </a:lt2>
      <a:accent1>
        <a:srgbClr val="0E7C86"/>
      </a:accent1>
      <a:accent2>
        <a:srgbClr val="E4572E"/>
      </a:accent2>
      <a:accent3>
        <a:srgbClr val="8FA3BF"/>
      </a:accent3>
      <a:accent4>
        <a:srgbClr val="F2B134"/>
      </a:accent4>
      <a:accent5>
        <a:srgbClr val="5B6B82"/>
      </a:accent5>
      <a:accent6>
        <a:srgbClr val="C9D6E3"/>
      </a:accent6>
      <a:hlink>
        <a:srgbClr val="0E7C86"/>
      </a:hlink>
      <a:folHlink>
        <a:srgbClr val="5B6B82"/>
      </a:folHlink>
    </a:clrScheme>
    <a:fontScheme name="Solta Interview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946</Words>
  <Application>Microsoft Office PowerPoint</Application>
  <PresentationFormat>와이드스크린</PresentationFormat>
  <Paragraphs>174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Solta Interview</vt:lpstr>
      <vt:lpstr>현업 인터뷰 결과 보고 및 프로젝트 방향성</vt:lpstr>
      <vt:lpstr>프로젝트 방향성 Summary</vt:lpstr>
      <vt:lpstr>인터뷰 개요</vt:lpstr>
      <vt:lpstr>HCP 고객 여정과 접점</vt:lpstr>
      <vt:lpstr>부서별 핵심 발견</vt:lpstr>
      <vt:lpstr>고객 데이터 AS-IS</vt:lpstr>
      <vt:lpstr>To-Be 아키텍처 (개요)</vt:lpstr>
      <vt:lpstr>추천 시나리오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솔타메디칼 코리아 현업 인터뷰 결과 보고</dc:title>
  <dc:subject>PptxGenJS Presentation</dc:subject>
  <dc:creator>밀버스</dc:creator>
  <cp:lastModifiedBy>crm6 crm6</cp:lastModifiedBy>
  <cp:revision>2</cp:revision>
  <dcterms:created xsi:type="dcterms:W3CDTF">2026-10-13T05:07:08Z</dcterms:created>
  <dcterms:modified xsi:type="dcterms:W3CDTF">2026-10-15T06:46:40Z</dcterms:modified>
</cp:coreProperties>
</file>